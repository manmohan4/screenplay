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ScreenPLAY OOAD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GRASP • SOLID • Design Patterns</a:t>
            </a:r>
          </a:p>
          <a:p>
            <a:r>
              <a:t>Full Presentation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Creator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Class responsible for creating objects it uses.</a:t>
            </a:r>
          </a:p>
          <a:p>
            <a:pPr/>
            <a:r>
              <a:t>Why: Avoids scattered object creation logic.</a:t>
            </a:r>
          </a:p>
          <a:p>
            <a:pPr/>
            <a:r>
              <a:t>ScreenPLAY Example: AuthServiceImpl creates User, VideoServiceImpl creates Video.</a:t>
            </a:r>
          </a:p>
          <a:p>
            <a:pPr/>
            <a:r>
              <a:t>Takeaway: Centralized, consistent object creation.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Information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Assign responsibility to class with required data.</a:t>
            </a:r>
          </a:p>
          <a:p>
            <a:pPr/>
            <a:r>
              <a:t>Why: Reduces unnecessary dependencies.</a:t>
            </a:r>
          </a:p>
          <a:p>
            <a:pPr/>
            <a:r>
              <a:t>ScreenPLAY Example: Video builds URLs, JwtUtil parses tokens.</a:t>
            </a:r>
          </a:p>
          <a:p>
            <a:pPr/>
            <a:r>
              <a:t>Takeaway: Logic stays where data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Low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Minimize dependencies between classes.</a:t>
            </a:r>
          </a:p>
          <a:p>
            <a:pPr/>
            <a:r>
              <a:t>Why: Improves flexibility and maintainability.</a:t>
            </a:r>
          </a:p>
          <a:p>
            <a:pPr/>
            <a:r>
              <a:t>ScreenPLAY Example: Controllers depend on interfaces.</a:t>
            </a:r>
          </a:p>
          <a:p>
            <a:pPr/>
            <a:r>
              <a:t>Takeaway: Changes don’t ripple across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Handles system events and delegates work.</a:t>
            </a:r>
          </a:p>
          <a:p>
            <a:pPr/>
            <a:r>
              <a:t>Why: Separates UI/API from business logic.</a:t>
            </a:r>
          </a:p>
          <a:p>
            <a:pPr/>
            <a:r>
              <a:t>ScreenPLAY Example: AuthController, UserController.</a:t>
            </a:r>
          </a:p>
          <a:p>
            <a:pPr/>
            <a:r>
              <a:t>Takeaway: Thin controllers, fat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High 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Each class has a focused responsibility.</a:t>
            </a:r>
          </a:p>
          <a:p>
            <a:pPr/>
            <a:r>
              <a:t>Why: Improves readability and testing.</a:t>
            </a:r>
          </a:p>
          <a:p>
            <a:pPr/>
            <a:r>
              <a:t>ScreenPLAY Example: EmailService only sends emails.</a:t>
            </a:r>
          </a:p>
          <a:p>
            <a:pPr/>
            <a:r>
              <a:t>Takeaway: Clean, modular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Different behavior via interfaces.</a:t>
            </a:r>
          </a:p>
          <a:p>
            <a:pPr/>
            <a:r>
              <a:t>Why: Avoids if-else chains.</a:t>
            </a:r>
          </a:p>
          <a:p>
            <a:pPr/>
            <a:r>
              <a:t>ScreenPLAY Example: Service interfaces.</a:t>
            </a:r>
          </a:p>
          <a:p>
            <a:pPr/>
            <a:r>
              <a:t>Takeaway: Easy to extend implementations.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Pure Fabrication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Artificial class for better design.</a:t>
            </a:r>
          </a:p>
          <a:p>
            <a:pPr/>
            <a:r>
              <a:t>Why: Improves cohesion &amp; coupling.</a:t>
            </a:r>
          </a:p>
          <a:p>
            <a:pPr/>
            <a:r>
              <a:t>ScreenPLAY Example: JwtUtil, DTOs.</a:t>
            </a:r>
          </a:p>
          <a:p>
            <a:pPr/>
            <a:r>
              <a:t>Takeaway: Separates technical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Indirection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Introduce mediator to reduce coupling.</a:t>
            </a:r>
          </a:p>
          <a:p>
            <a:pPr/>
            <a:r>
              <a:t>Why: Decouples components.</a:t>
            </a:r>
          </a:p>
          <a:p>
            <a:pPr/>
            <a:r>
              <a:t>ScreenPLAY Example: JWT Filter between HTTP &amp; Security.</a:t>
            </a:r>
          </a:p>
          <a:p>
            <a:pPr/>
            <a:r>
              <a:t>Takeaway: Loose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GRASP - Protected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Protect system from change points.</a:t>
            </a:r>
          </a:p>
          <a:p>
            <a:pPr/>
            <a:r>
              <a:t>Why: Handles future variability.</a:t>
            </a:r>
          </a:p>
          <a:p>
            <a:pPr/>
            <a:r>
              <a:t>ScreenPLAY Example: FileUploadService hides storage.</a:t>
            </a:r>
          </a:p>
          <a:p>
            <a:pPr/>
            <a:r>
              <a:t>Takeaway: Stable interfaces over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- SRP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One class = one responsibility.</a:t>
            </a:r>
          </a:p>
          <a:p>
            <a:pPr/>
            <a:r>
              <a:t>Why: Avoids multiple reasons to change.</a:t>
            </a:r>
          </a:p>
          <a:p>
            <a:pPr/>
            <a:r>
              <a:t>ScreenPLAY Example: EmailService handles only email.</a:t>
            </a:r>
          </a:p>
          <a:p>
            <a:pPr/>
            <a:r>
              <a:t>Takeaway: Highly maintainable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- OCP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Open for extension, closed for modification.</a:t>
            </a:r>
          </a:p>
          <a:p>
            <a:pPr/>
            <a:r>
              <a:t>Why: Avoid breaking existing code.</a:t>
            </a:r>
          </a:p>
          <a:p>
            <a:pPr/>
            <a:r>
              <a:t>ScreenPLAY Example: Add new EmailService implementation.</a:t>
            </a:r>
          </a:p>
          <a:p>
            <a:pPr/>
            <a:r>
              <a:t>Takeaway: Extend without modifying.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- LSP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Subtypes must be replaceable.</a:t>
            </a:r>
          </a:p>
          <a:p>
            <a:pPr/>
            <a:r>
              <a:t>Why: Ensures correct polymorphism.</a:t>
            </a:r>
          </a:p>
          <a:p>
            <a:pPr/>
            <a:r>
              <a:t>ScreenPLAY Example: AuthServiceImpl works as AuthService.</a:t>
            </a:r>
          </a:p>
          <a:p>
            <a:pPr/>
            <a:r>
              <a:t>Takeaway: Reliable abstractions.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- ISP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Use small, specific interfaces.</a:t>
            </a:r>
          </a:p>
          <a:p>
            <a:pPr/>
            <a:r>
              <a:t>Why: Avoid unnecessary dependencies.</a:t>
            </a:r>
          </a:p>
          <a:p>
            <a:pPr/>
            <a:r>
              <a:t>ScreenPLAY Example: WatchlistService is minimal.</a:t>
            </a:r>
          </a:p>
          <a:p>
            <a:pPr/>
            <a:r>
              <a:t>Takeaway: Cleaner contracts.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- DIP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Depend on abstractions, not implementations.</a:t>
            </a:r>
          </a:p>
          <a:p>
            <a:pPr/>
            <a:r>
              <a:t>Why: Decouples high &amp; low level modules.</a:t>
            </a:r>
          </a:p>
          <a:p>
            <a:pPr/>
            <a:r>
              <a:t>ScreenPLAY Example: Controllers use interfaces.</a:t>
            </a:r>
          </a:p>
          <a:p>
            <a:pPr/>
            <a:r>
              <a:t>Takeaway: Flexible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instance across application.</a:t>
            </a:r>
          </a:p>
          <a:p>
            <a:pPr/>
            <a:r>
              <a:t>Spring beans are singletons.</a:t>
            </a:r>
          </a:p>
          <a:p>
            <a:pPr/>
            <a:r>
              <a:t>Example: JwtUtil.</a:t>
            </a:r>
          </a:p>
          <a:p>
            <a:pPr/>
            <a:r>
              <a:t>Ensures consistent shared state.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Encapsulates object creation.</a:t>
            </a:r>
          </a:p>
          <a:p>
            <a:pPr/>
            <a:r>
              <a:t>Example: DTO fromEntity().</a:t>
            </a:r>
          </a:p>
          <a:p>
            <a:pPr/>
            <a:r>
              <a:t>Avoids direct constructor usage.</a:t>
            </a:r>
          </a:p>
          <a:p>
            <a:pPr/>
            <a:r>
              <a:t>Centralizes creation logic.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object construction.</a:t>
            </a:r>
          </a:p>
          <a:p>
            <a:pPr/>
            <a:r>
              <a:t>Example: Jwts.builder(), User.builder().</a:t>
            </a:r>
          </a:p>
          <a:p>
            <a:pPr/>
            <a:r>
              <a:t>Improves readability.</a:t>
            </a:r>
          </a:p>
          <a:p>
            <a:pPr/>
            <a:r>
              <a:t>Handles complex objects.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Clone existing object.</a:t>
            </a:r>
          </a:p>
          <a:p>
            <a:pPr/>
            <a:r>
              <a:t>Useful for similar objects.</a:t>
            </a:r>
          </a:p>
          <a:p>
            <a:pPr/>
            <a:r>
              <a:t>Future: clone Video.</a:t>
            </a:r>
          </a:p>
          <a:p>
            <a:pPr/>
            <a:r>
              <a:t>Avoid expensive creation.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 → Service → Repository</a:t>
            </a:r>
          </a:p>
          <a:p>
            <a:pPr/>
            <a:r>
              <a:t>DTO layer for communication.</a:t>
            </a:r>
          </a:p>
          <a:p>
            <a:pPr/>
            <a:r>
              <a:t>JWT Security layer.</a:t>
            </a:r>
          </a:p>
          <a:p>
            <a:pPr/>
            <a:r>
              <a:t>Clear layered architecture.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login → AuthService</a:t>
            </a:r>
          </a:p>
          <a:p>
            <a:pPr/>
            <a:r>
              <a:t>JWT generated via JwtUtil</a:t>
            </a:r>
          </a:p>
          <a:p>
            <a:pPr/>
            <a:r>
              <a:t>Token validated in Filter</a:t>
            </a:r>
          </a:p>
          <a:p>
            <a:pPr/>
            <a:r>
              <a:t>SecurityContext populated.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Watchlist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adds video</a:t>
            </a:r>
          </a:p>
          <a:p>
            <a:pPr/>
            <a:r>
              <a:t>Service updates relation</a:t>
            </a:r>
          </a:p>
          <a:p>
            <a:pPr/>
            <a:r>
              <a:t>Repository handles DB</a:t>
            </a:r>
          </a:p>
          <a:p>
            <a:pPr/>
            <a:r>
              <a:t>Returned via DTO.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GRASP ensures responsibility clarity.</a:t>
            </a:r>
          </a:p>
          <a:p>
            <a:pPr/>
            <a:r>
              <a:t>SOLID ensures maintainability.</a:t>
            </a:r>
          </a:p>
          <a:p>
            <a:pPr/>
            <a:r>
              <a:t>Patterns ensure scalability.</a:t>
            </a:r>
          </a:p>
          <a:p>
            <a:pPr/>
            <a:r>
              <a:t>ScreenPLAY is well-designed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